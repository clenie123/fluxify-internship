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30456062-1A98-44C5-82FC-DC81E0A6F33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2D3FC14D-EBE6-44EB-A395-3675F6720DF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602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6062-1A98-44C5-82FC-DC81E0A6F33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FC14D-EBE6-44EB-A395-3675F6720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333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6062-1A98-44C5-82FC-DC81E0A6F33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FC14D-EBE6-44EB-A395-3675F6720DFD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3797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6062-1A98-44C5-82FC-DC81E0A6F33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FC14D-EBE6-44EB-A395-3675F6720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624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6062-1A98-44C5-82FC-DC81E0A6F33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FC14D-EBE6-44EB-A395-3675F6720DFD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626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6062-1A98-44C5-82FC-DC81E0A6F33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FC14D-EBE6-44EB-A395-3675F6720DFD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7012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6062-1A98-44C5-82FC-DC81E0A6F33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FC14D-EBE6-44EB-A395-3675F6720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51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6062-1A98-44C5-82FC-DC81E0A6F33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FC14D-EBE6-44EB-A395-3675F6720DFD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498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6062-1A98-44C5-82FC-DC81E0A6F33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FC14D-EBE6-44EB-A395-3675F6720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688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6062-1A98-44C5-82FC-DC81E0A6F33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FC14D-EBE6-44EB-A395-3675F6720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975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6062-1A98-44C5-82FC-DC81E0A6F33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FC14D-EBE6-44EB-A395-3675F6720DF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338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6062-1A98-44C5-82FC-DC81E0A6F33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FC14D-EBE6-44EB-A395-3675F6720DF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4803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6062-1A98-44C5-82FC-DC81E0A6F33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FC14D-EBE6-44EB-A395-3675F6720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279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6062-1A98-44C5-82FC-DC81E0A6F33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FC14D-EBE6-44EB-A395-3675F6720DF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78353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6062-1A98-44C5-82FC-DC81E0A6F33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FC14D-EBE6-44EB-A395-3675F6720DF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5512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6062-1A98-44C5-82FC-DC81E0A6F33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FC14D-EBE6-44EB-A395-3675F6720DFD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27945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6062-1A98-44C5-82FC-DC81E0A6F33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FC14D-EBE6-44EB-A395-3675F6720DFD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6524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0456062-1A98-44C5-82FC-DC81E0A6F33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D3FC14D-EBE6-44EB-A395-3675F6720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73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Internship presentation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509555" y="3340146"/>
            <a:ext cx="434285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Name: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Dukuzemariya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Aimee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Clenie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Course: Level 5 Software Development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Company: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Fluxify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Ltd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Date: 14/04/2026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7148824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Introduction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 am a Level 5 Software Development student </a:t>
            </a:r>
          </a:p>
          <a:p>
            <a:r>
              <a:rPr lang="en-US" dirty="0" smtClean="0"/>
              <a:t>I did my internship at (Company Name) </a:t>
            </a:r>
          </a:p>
          <a:p>
            <a:r>
              <a:rPr lang="en-US" dirty="0" smtClean="0"/>
              <a:t>I worked on building a full-stack web application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01573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5918" y="1815102"/>
            <a:ext cx="10515600" cy="1325563"/>
          </a:xfrm>
        </p:spPr>
        <p:txBody>
          <a:bodyPr/>
          <a:lstStyle/>
          <a:p>
            <a:r>
              <a:rPr lang="en-US" dirty="0" smtClean="0"/>
              <a:t>Project Overview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3401129"/>
            <a:ext cx="509536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Project: E-commerce Web Application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Purpose: To allow users to buy products online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Users: Customers and Admin </a:t>
            </a:r>
          </a:p>
        </p:txBody>
      </p:sp>
    </p:spTree>
    <p:extLst>
      <p:ext uri="{BB962C8B-B14F-4D97-AF65-F5344CB8AC3E}">
        <p14:creationId xmlns:p14="http://schemas.microsoft.com/office/powerpoint/2010/main" val="44748890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Technologies Used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Frontend: React.js </a:t>
            </a:r>
          </a:p>
          <a:p>
            <a:r>
              <a:rPr lang="en-US" dirty="0" smtClean="0"/>
              <a:t>Backend: Node.js &amp; Express.js </a:t>
            </a:r>
          </a:p>
          <a:p>
            <a:r>
              <a:rPr lang="en-US" dirty="0" smtClean="0"/>
              <a:t>Database: MySQL &amp; MongoDB </a:t>
            </a:r>
          </a:p>
          <a:p>
            <a:r>
              <a:rPr lang="en-US" dirty="0" smtClean="0"/>
              <a:t>Tools: VS Code, Postman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9954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User Registration &amp; Login </a:t>
            </a:r>
          </a:p>
          <a:p>
            <a:r>
              <a:rPr lang="en-US" dirty="0" smtClean="0"/>
              <a:t>Product Management </a:t>
            </a:r>
          </a:p>
          <a:p>
            <a:r>
              <a:rPr lang="en-US" dirty="0" smtClean="0"/>
              <a:t>Order Management </a:t>
            </a:r>
          </a:p>
          <a:p>
            <a:r>
              <a:rPr lang="en-US" dirty="0" smtClean="0"/>
              <a:t>API Integration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6984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Development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Week 1:</a:t>
            </a:r>
            <a:r>
              <a:rPr lang="en-US" dirty="0" smtClean="0"/>
              <a:t> Backend Development (Node.js &amp; Express) </a:t>
            </a:r>
          </a:p>
          <a:p>
            <a:r>
              <a:rPr lang="en-US" b="1" dirty="0" smtClean="0"/>
              <a:t>Week 2:</a:t>
            </a:r>
            <a:r>
              <a:rPr lang="en-US" dirty="0" smtClean="0"/>
              <a:t> Frontend Development (React.js) </a:t>
            </a:r>
          </a:p>
          <a:p>
            <a:r>
              <a:rPr lang="en-US" b="1" dirty="0" smtClean="0"/>
              <a:t>Week 3:</a:t>
            </a:r>
            <a:r>
              <a:rPr lang="en-US" dirty="0" smtClean="0"/>
              <a:t> System Testing (Frontend, Backend &amp; Database) </a:t>
            </a:r>
          </a:p>
          <a:p>
            <a:r>
              <a:rPr lang="en-US" b="1" dirty="0" smtClean="0"/>
              <a:t>Week 4:</a:t>
            </a:r>
            <a:r>
              <a:rPr lang="en-US" dirty="0" smtClean="0"/>
              <a:t> Deployment &amp; Presentation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71776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r>
              <a:rPr lang="en-US" dirty="0" smtClean="0"/>
              <a:t>Challenges &amp; Solutions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Challenge: API errors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Solution: Debugging using Postman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Challenge: Database connection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Solution: Fix configuration </a:t>
            </a:r>
          </a:p>
        </p:txBody>
      </p:sp>
    </p:spTree>
    <p:extLst>
      <p:ext uri="{BB962C8B-B14F-4D97-AF65-F5344CB8AC3E}">
        <p14:creationId xmlns:p14="http://schemas.microsoft.com/office/powerpoint/2010/main" val="64880732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Deployment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 gained skills in full-stack development </a:t>
            </a:r>
          </a:p>
          <a:p>
            <a:r>
              <a:rPr lang="en-US" dirty="0" smtClean="0"/>
              <a:t>Learned teamwork and problem-solving </a:t>
            </a:r>
          </a:p>
          <a:p>
            <a:r>
              <a:rPr lang="en-US" dirty="0" smtClean="0"/>
              <a:t>Improved coding and debugging skills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6963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3698" y="1684473"/>
            <a:ext cx="10515600" cy="1325563"/>
          </a:xfrm>
        </p:spPr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gained skills in full-stack development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Learned teamwork and problem-solving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coding and debugging skills </a:t>
            </a:r>
          </a:p>
        </p:txBody>
      </p:sp>
    </p:spTree>
    <p:extLst>
      <p:ext uri="{BB962C8B-B14F-4D97-AF65-F5344CB8AC3E}">
        <p14:creationId xmlns:p14="http://schemas.microsoft.com/office/powerpoint/2010/main" val="81632088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 you for your attention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30476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21</TotalTime>
  <Words>196</Words>
  <Application>Microsoft Office PowerPoint</Application>
  <PresentationFormat>Widescreen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Garamond</vt:lpstr>
      <vt:lpstr>Organic</vt:lpstr>
      <vt:lpstr>Internship presentation </vt:lpstr>
      <vt:lpstr>Introduction </vt:lpstr>
      <vt:lpstr>Project Overview</vt:lpstr>
      <vt:lpstr>Technologies Used</vt:lpstr>
      <vt:lpstr>System Features</vt:lpstr>
      <vt:lpstr>Development Process</vt:lpstr>
      <vt:lpstr>Challenges &amp; Solutions</vt:lpstr>
      <vt:lpstr>Deployment</vt:lpstr>
      <vt:lpstr>Conclusion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presentation</dc:title>
  <dc:creator>BULLET</dc:creator>
  <cp:lastModifiedBy>BULLET</cp:lastModifiedBy>
  <cp:revision>5</cp:revision>
  <dcterms:created xsi:type="dcterms:W3CDTF">2026-04-13T12:15:45Z</dcterms:created>
  <dcterms:modified xsi:type="dcterms:W3CDTF">2026-04-13T12:37:05Z</dcterms:modified>
</cp:coreProperties>
</file>